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DM Serif Display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492249" y="-1324332"/>
            <a:ext cx="3303502" cy="18288000"/>
            <a:chOff x="0" y="0"/>
            <a:chExt cx="870058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058" cy="4816592"/>
            </a:xfrm>
            <a:custGeom>
              <a:avLst/>
              <a:gdLst/>
              <a:ahLst/>
              <a:cxnLst/>
              <a:rect r="r" b="b" t="t" l="l"/>
              <a:pathLst>
                <a:path h="4816592" w="870058">
                  <a:moveTo>
                    <a:pt x="0" y="0"/>
                  </a:moveTo>
                  <a:lnTo>
                    <a:pt x="870058" y="0"/>
                  </a:lnTo>
                  <a:lnTo>
                    <a:pt x="87005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1B0551">
                    <a:alpha val="45000"/>
                  </a:srgbClr>
                </a:gs>
                <a:gs pos="100000">
                  <a:srgbClr val="06112D">
                    <a:alpha val="4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70058" cy="484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63446" y="1139026"/>
            <a:ext cx="47625" cy="47625"/>
            <a:chOff x="0" y="0"/>
            <a:chExt cx="12543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12543"/>
            </a:xfrm>
            <a:custGeom>
              <a:avLst/>
              <a:gdLst/>
              <a:ahLst/>
              <a:cxnLst/>
              <a:rect r="r" b="b" t="t" l="l"/>
              <a:pathLst>
                <a:path h="1254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6272"/>
                  </a:lnTo>
                  <a:cubicBezTo>
                    <a:pt x="12543" y="7935"/>
                    <a:pt x="11882" y="9530"/>
                    <a:pt x="10706" y="10706"/>
                  </a:cubicBezTo>
                  <a:cubicBezTo>
                    <a:pt x="9530" y="11882"/>
                    <a:pt x="7935" y="12543"/>
                    <a:pt x="6272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543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5243" y="369503"/>
            <a:ext cx="3263903" cy="1053969"/>
          </a:xfrm>
          <a:custGeom>
            <a:avLst/>
            <a:gdLst/>
            <a:ahLst/>
            <a:cxnLst/>
            <a:rect r="r" b="b" t="t" l="l"/>
            <a:pathLst>
              <a:path h="1053969" w="3263903">
                <a:moveTo>
                  <a:pt x="0" y="0"/>
                </a:moveTo>
                <a:lnTo>
                  <a:pt x="3263903" y="0"/>
                </a:lnTo>
                <a:lnTo>
                  <a:pt x="3263903" y="1053969"/>
                </a:lnTo>
                <a:lnTo>
                  <a:pt x="0" y="105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03794" y="1547297"/>
            <a:ext cx="12480412" cy="2337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95"/>
              </a:lnSpc>
              <a:spcBef>
                <a:spcPct val="0"/>
              </a:spcBef>
            </a:pPr>
            <a:r>
              <a:rPr lang="en-US" b="true" sz="13711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SEDHACKS'26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96120"/>
            <a:ext cx="412971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Problem Statement Title: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275" y="6979562"/>
            <a:ext cx="123849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Track: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654589"/>
            <a:ext cx="2064857" cy="4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4"/>
              </a:lnSpc>
              <a:spcBef>
                <a:spcPct val="0"/>
              </a:spcBef>
            </a:pPr>
            <a:r>
              <a:rPr lang="en-US" sz="267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Team Name: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486824"/>
            <a:ext cx="477903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Category[hardware/software]: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275" y="8075469"/>
            <a:ext cx="27948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Lead Name: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3669" y="604913"/>
            <a:ext cx="6400663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3669" y="604913"/>
            <a:ext cx="6882491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TECHNICAL APPROACH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8206" y="604913"/>
            <a:ext cx="7171587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FEASIBILITY &amp; VIABILITY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8206" y="604913"/>
            <a:ext cx="7171587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 &amp; BENEFITS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8206" y="604913"/>
            <a:ext cx="7460684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RESEARCH &amp; REFERENCE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DAHW2RpwrMc</dc:identifier>
  <dcterms:modified xsi:type="dcterms:W3CDTF">2011-08-01T06:04:30Z</dcterms:modified>
  <cp:revision>1</cp:revision>
  <dc:title>PS ID: [XXXX] PS Title: [Problem Statement Title Here]</dc:title>
</cp:coreProperties>
</file>